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2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254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005840"/>
            <a:ext cx="2926080" cy="2926080"/>
          </a:xfrm>
          <a:prstGeom prst="ellipse">
            <a:avLst/>
          </a:prstGeom>
          <a:solidFill>
            <a:srgbClr val="4FC3F7">
              <a:alpha val="12000"/>
            </a:srgbClr>
          </a:solidFill>
          <a:ln w="12700">
            <a:solidFill>
              <a:srgbClr val="4FC3F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365760"/>
            <a:ext cx="1737360" cy="1737360"/>
          </a:xfrm>
          <a:prstGeom prst="ellipse">
            <a:avLst/>
          </a:prstGeom>
          <a:solidFill>
            <a:srgbClr val="BDD7F5">
              <a:alpha val="20000"/>
            </a:srgbClr>
          </a:solidFill>
          <a:ln w="12700">
            <a:solidFill>
              <a:srgbClr val="BDD7F5">
                <a:alpha val="3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Faculté des Sciences Ben M'Sick — Université Hassan II de Casablanca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676656"/>
            <a:ext cx="2377440" cy="329184"/>
          </a:xfrm>
          <a:prstGeom prst="rect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766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IA — Projet Final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DevOps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D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Kubernetes · Monitoring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11480" y="2743200"/>
            <a:ext cx="530352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907792"/>
            <a:ext cx="1298448" cy="402336"/>
          </a:xfrm>
          <a:prstGeom prst="rect">
            <a:avLst/>
          </a:prstGeom>
          <a:solidFill>
            <a:srgbClr val="4FC3F7">
              <a:alpha val="22000"/>
            </a:srgbClr>
          </a:solidFill>
          <a:ln w="12700">
            <a:solidFill>
              <a:srgbClr val="4FC3F7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0779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792224" y="2907792"/>
            <a:ext cx="1298448" cy="402336"/>
          </a:xfrm>
          <a:prstGeom prst="rect">
            <a:avLst/>
          </a:prstGeom>
          <a:solidFill>
            <a:srgbClr val="4FC3F7">
              <a:alpha val="22000"/>
            </a:srgbClr>
          </a:solidFill>
          <a:ln w="12700">
            <a:solidFill>
              <a:srgbClr val="4FC3F7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92224" y="290779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72968" y="2907792"/>
            <a:ext cx="1298448" cy="402336"/>
          </a:xfrm>
          <a:prstGeom prst="rect">
            <a:avLst/>
          </a:prstGeom>
          <a:solidFill>
            <a:srgbClr val="4FC3F7">
              <a:alpha val="22000"/>
            </a:srgbClr>
          </a:solidFill>
          <a:ln w="12700">
            <a:solidFill>
              <a:srgbClr val="4FC3F7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290779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53712" y="2907792"/>
            <a:ext cx="1298448" cy="402336"/>
          </a:xfrm>
          <a:prstGeom prst="rect">
            <a:avLst/>
          </a:prstGeom>
          <a:solidFill>
            <a:srgbClr val="4FC3F7">
              <a:alpha val="22000"/>
            </a:srgbClr>
          </a:solidFill>
          <a:ln w="12700">
            <a:solidFill>
              <a:srgbClr val="4FC3F7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290779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34456" y="2907792"/>
            <a:ext cx="1298448" cy="402336"/>
          </a:xfrm>
          <a:prstGeom prst="rect">
            <a:avLst/>
          </a:prstGeom>
          <a:solidFill>
            <a:srgbClr val="4FC3F7">
              <a:alpha val="22000"/>
            </a:srgbClr>
          </a:solidFill>
          <a:ln w="12700">
            <a:solidFill>
              <a:srgbClr val="4FC3F7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34456" y="290779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0" y="2907792"/>
            <a:ext cx="1298448" cy="402336"/>
          </a:xfrm>
          <a:prstGeom prst="rect">
            <a:avLst/>
          </a:prstGeom>
          <a:solidFill>
            <a:srgbClr val="4FC3F7">
              <a:alpha val="22000"/>
            </a:srgbClr>
          </a:solidFill>
          <a:ln w="12700">
            <a:solidFill>
              <a:srgbClr val="4FC3F7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290779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 de Mathématiques et Informatique  |  Année 2025–2026</a:t>
            </a:r>
            <a:endParaRPr lang="en-US" sz="10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29ECE88-7FEF-63DA-8DA4-2F8899A1EB11}"/>
              </a:ext>
            </a:extLst>
          </p:cNvPr>
          <p:cNvSpPr txBox="1"/>
          <p:nvPr/>
        </p:nvSpPr>
        <p:spPr>
          <a:xfrm>
            <a:off x="5916705" y="3807023"/>
            <a:ext cx="2796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94A3B8"/>
                </a:solidFill>
              </a:rPr>
              <a:t>Encadrants</a:t>
            </a:r>
            <a:r>
              <a:rPr lang="en-US" sz="1400" dirty="0">
                <a:solidFill>
                  <a:srgbClr val="94A3B8"/>
                </a:solidFill>
              </a:rPr>
              <a:t> : Pr. </a:t>
            </a:r>
            <a:r>
              <a:rPr lang="fr-FR" sz="1400" dirty="0" err="1">
                <a:solidFill>
                  <a:srgbClr val="94A3B8"/>
                </a:solidFill>
              </a:rPr>
              <a:t>Faouzia</a:t>
            </a:r>
            <a:r>
              <a:rPr lang="fr-FR" sz="1400" dirty="0">
                <a:solidFill>
                  <a:srgbClr val="94A3B8"/>
                </a:solidFill>
              </a:rPr>
              <a:t> </a:t>
            </a:r>
            <a:r>
              <a:rPr lang="fr-FR" sz="1400" dirty="0" err="1">
                <a:solidFill>
                  <a:srgbClr val="94A3B8"/>
                </a:solidFill>
              </a:rPr>
              <a:t>Benabbou</a:t>
            </a:r>
            <a:endParaRPr lang="fr-FR" sz="1400" dirty="0">
              <a:solidFill>
                <a:srgbClr val="94A3B8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845D150-A61B-0007-BE1C-2DE61E866183}"/>
              </a:ext>
            </a:extLst>
          </p:cNvPr>
          <p:cNvSpPr txBox="1"/>
          <p:nvPr/>
        </p:nvSpPr>
        <p:spPr>
          <a:xfrm>
            <a:off x="791135" y="3749488"/>
            <a:ext cx="279698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>
                <a:solidFill>
                  <a:srgbClr val="94A3B8"/>
                </a:solidFill>
              </a:rPr>
              <a:t>Abderrahman</a:t>
            </a:r>
            <a:r>
              <a:rPr lang="fr-FR" sz="1400" dirty="0">
                <a:solidFill>
                  <a:srgbClr val="94A3B8"/>
                </a:solidFill>
              </a:rPr>
              <a:t> </a:t>
            </a:r>
            <a:r>
              <a:rPr lang="fr-FR" sz="1400" dirty="0" err="1">
                <a:solidFill>
                  <a:srgbClr val="94A3B8"/>
                </a:solidFill>
              </a:rPr>
              <a:t>Elainous</a:t>
            </a:r>
            <a:endParaRPr lang="fr-FR" sz="1400" dirty="0">
              <a:solidFill>
                <a:srgbClr val="94A3B8"/>
              </a:solidFill>
            </a:endParaRPr>
          </a:p>
          <a:p>
            <a:r>
              <a:rPr lang="fr-FR" sz="1400" dirty="0">
                <a:solidFill>
                  <a:srgbClr val="94A3B8"/>
                </a:solidFill>
              </a:rPr>
              <a:t>Sami </a:t>
            </a:r>
            <a:r>
              <a:rPr lang="fr-FR" sz="1400" dirty="0" err="1">
                <a:solidFill>
                  <a:srgbClr val="94A3B8"/>
                </a:solidFill>
              </a:rPr>
              <a:t>Ajebli</a:t>
            </a:r>
            <a:r>
              <a:rPr lang="fr-FR" sz="1400" dirty="0">
                <a:solidFill>
                  <a:srgbClr val="94A3B8"/>
                </a:solidFill>
              </a:rPr>
              <a:t> - Mohammed el </a:t>
            </a:r>
            <a:r>
              <a:rPr lang="fr-FR" sz="1400" dirty="0" err="1">
                <a:solidFill>
                  <a:srgbClr val="94A3B8"/>
                </a:solidFill>
              </a:rPr>
              <a:t>fouissi</a:t>
            </a:r>
            <a:endParaRPr lang="fr-FR" sz="1400" dirty="0">
              <a:solidFill>
                <a:srgbClr val="94A3B8"/>
              </a:solidFill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12064" cy="86868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512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7824" y="10149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&amp;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Objectifs, outils choisis et justification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65960"/>
            <a:ext cx="512064" cy="86868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65960"/>
            <a:ext cx="512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7824" y="202082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— Terraform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" y="2432304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AWS, instances EC2, groupes de sécurité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512064" cy="86868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71800"/>
            <a:ext cx="512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7824" y="302666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— Ansible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7824" y="3438144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K3s, mémoire swap automatisée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77640"/>
            <a:ext cx="512064" cy="86868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77640"/>
            <a:ext cx="512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7824" y="403250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— Flask + Docker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" y="4443984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Dockerfile, tests pytest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60120"/>
            <a:ext cx="512064" cy="86868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960120"/>
            <a:ext cx="512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58384" y="10149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Kubernetes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58384" y="1426464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Déploiement, service, démo auto-guérison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1965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65960"/>
            <a:ext cx="512064" cy="86868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965960"/>
            <a:ext cx="512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58384" y="202082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— GitHub Actions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58384" y="2432304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→ build → push → déploiement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9718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71800"/>
            <a:ext cx="512064" cy="86868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971800"/>
            <a:ext cx="512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58384" y="302666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58384" y="3438144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Résultats, difficultés, améliorations futures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&amp;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58368"/>
          </a:xfrm>
          <a:prstGeom prst="rect">
            <a:avLst/>
          </a:prstGeom>
          <a:solidFill>
            <a:srgbClr val="1A2550">
              <a:alpha val="12000"/>
            </a:srgbClr>
          </a:solidFill>
          <a:ln w="12700">
            <a:solidFill>
              <a:srgbClr val="1A255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Créer une infrastructure DevOps complète sur AWS (tier gratuit) — application conteneurisée, provisionnement automatisé, orchestration Kubernetes et pipeline CI/CD bout-en-bout.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9B5F42A-3142-0CF9-966E-A0B1093E5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052" y="1848603"/>
            <a:ext cx="4948519" cy="26991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des Outils &amp; Justification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187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32688"/>
            <a:ext cx="82296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241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t3.micro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45389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gratuit — 750h/mois, Ubuntu 22.04 LTS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36592" y="932688"/>
            <a:ext cx="4187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36592" y="932688"/>
            <a:ext cx="82296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04241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19472" y="145389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reproductible, versionné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67712"/>
            <a:ext cx="4187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67712"/>
            <a:ext cx="82296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774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sans agent via SSH, basée sur des rôles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36592" y="2267712"/>
            <a:ext cx="4187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36592" y="2267712"/>
            <a:ext cx="82296" cy="1170432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3774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(Kubernetes)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19472" y="278892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léger — 480 Mo RAM vs 2 Go pour kubeadm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02736"/>
            <a:ext cx="4187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02736"/>
            <a:ext cx="82296" cy="1170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1246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4123944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gratuit, aucun serveur requis, zéro RAM sur EC2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36592" y="3602736"/>
            <a:ext cx="4187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3602736"/>
            <a:ext cx="82296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71246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919472" y="4123944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public gratuit, pull facile depuis le cluster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— Terraform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0233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32688"/>
            <a:ext cx="4023360" cy="438912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créées (8 au total)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26464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— 10.0.0.0/16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Sous-réseau public — 10.0.1.0/24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 routage + Association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de sécurité (ports 22, 6443, 30080, 80)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Maître — t3.micro Ubuntu 22.04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Worker — t3.micro Ubuntu 22.04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932688"/>
            <a:ext cx="4297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36592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clés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389888"/>
            <a:ext cx="4297680" cy="13533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35608"/>
            <a:ext cx="4023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944368"/>
            <a:ext cx="4297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0195194-C003-2C15-90FD-243AF51B8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906" y="2972075"/>
            <a:ext cx="2204641" cy="17462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Automatisée — Ansible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932688"/>
            <a:ext cx="2816352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32688"/>
            <a:ext cx="28163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32688"/>
            <a:ext cx="2816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: common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" y="150876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update + upgrade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curl, wget, git, python3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fichier swap 2 Go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swappiness à 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18688" y="932688"/>
            <a:ext cx="2816352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18688" y="932688"/>
            <a:ext cx="2816352" cy="502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932688"/>
            <a:ext cx="2816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: docker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55848" y="150876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les anciennes versions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la clé GPG officielle Docker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docker-ce + containerd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et activer le service Docker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932688"/>
            <a:ext cx="2816352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932688"/>
            <a:ext cx="28163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932688"/>
            <a:ext cx="2816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: k3s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18504" y="150876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K3s server sur le maître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le token de jonction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K3s agent sur le worker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le fichier kubeconfig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4626864"/>
            <a:ext cx="8631936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626864"/>
            <a:ext cx="8449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— Flask REST API + Docker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de l'API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26464"/>
            <a:ext cx="1417320" cy="402336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26464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42646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de l'application et version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975104"/>
            <a:ext cx="1417320" cy="402336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75104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97510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+ nom d'hôte + horodatage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523744"/>
            <a:ext cx="1417320" cy="402336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23744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/info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52374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pod + nœud + environnement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310128"/>
            <a:ext cx="40233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8912" y="3383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du Dockerfile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376732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: python:3.11-slim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Exécuté en utilisateur non-root (sécurité)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avec 2 workers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sur /health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932688"/>
            <a:ext cx="42976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36592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des tests — pytest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1389888"/>
            <a:ext cx="4297680" cy="10241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435608"/>
            <a:ext cx="40233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test_home     PASSED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test_health   PASSED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test_info     PASSED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passed in 0.12s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633472"/>
            <a:ext cx="429768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2688336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de Docker Hub montrant le dépôt abderrahmanelns/flask-devops-api publié « il y a quelques minutes », visibilité Publique 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Kubernetes (K3s)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1879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32688"/>
            <a:ext cx="82296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namespace.yaml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 les ressources dans 'devops-project'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36592" y="932688"/>
            <a:ext cx="41879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36592" y="932688"/>
            <a:ext cx="82296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02412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configmap.yaml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42646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 APP_ENV=production — injecté au démarrage du pod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39696"/>
            <a:ext cx="41879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39696"/>
            <a:ext cx="82296" cy="102412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3113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deployment.yaml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633472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réplicas, limites de ressources, sondes liveness/readiness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36592" y="2139696"/>
            <a:ext cx="41879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36592" y="2139696"/>
            <a:ext cx="82296" cy="10241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23113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service.yaml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2633472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sur 30080 — expose l'app à l'extérieur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01568"/>
            <a:ext cx="40233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401568"/>
            <a:ext cx="42976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FB9D60BF-104A-8EF2-67D9-20512F41F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5" y="3667887"/>
            <a:ext cx="3721609" cy="885825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6DD6D1CE-08B5-1738-E23B-2FCBBA45F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814219"/>
            <a:ext cx="4023360" cy="593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— Démo Auto-Guérison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19456" y="960120"/>
            <a:ext cx="2084832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78992"/>
            <a:ext cx="694944" cy="6949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7899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0896" y="1901952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pods en cours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0896" y="2596896"/>
            <a:ext cx="1901952" cy="16276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" y="2642616"/>
            <a:ext cx="181051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flask-api-xxx-aaaaa   Running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flask-api-xxx-bbbbb   Running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04288" y="2331720"/>
            <a:ext cx="146304" cy="0"/>
          </a:xfrm>
          <a:prstGeom prst="line">
            <a:avLst/>
          </a:prstGeom>
          <a:noFill/>
          <a:ln w="25400">
            <a:solidFill>
              <a:srgbClr val="1A2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960120"/>
            <a:ext cx="2084832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45536" y="1078992"/>
            <a:ext cx="694944" cy="6949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107899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42032" y="1901952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 pod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42032" y="2596896"/>
            <a:ext cx="1901952" cy="16276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7752" y="2642616"/>
            <a:ext cx="181051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pod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flask-api-xxx-aaaaa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35424" y="2331720"/>
            <a:ext cx="146304" cy="0"/>
          </a:xfrm>
          <a:prstGeom prst="line">
            <a:avLst/>
          </a:prstGeom>
          <a:noFill/>
          <a:ln w="25400">
            <a:solidFill>
              <a:srgbClr val="1A25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960120"/>
            <a:ext cx="2084832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76672" y="1078992"/>
            <a:ext cx="694944" cy="6949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107899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73168" y="1901952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détecte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73168" y="2596896"/>
            <a:ext cx="1901952" cy="16276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2642616"/>
            <a:ext cx="181051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Désiré: 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cours: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création déclenchée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66560" y="2331720"/>
            <a:ext cx="146304" cy="0"/>
          </a:xfrm>
          <a:prstGeom prst="line">
            <a:avLst/>
          </a:prstGeom>
          <a:noFill/>
          <a:ln w="25400">
            <a:solidFill>
              <a:srgbClr val="1A2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12864" y="960120"/>
            <a:ext cx="2084832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07808" y="1078992"/>
            <a:ext cx="694944" cy="6949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07808" y="107899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04304" y="1901952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pod automatique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004304" y="2596896"/>
            <a:ext cx="1901952" cy="16276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50024" y="2642616"/>
            <a:ext cx="181051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flask-api-xxx-bbbbb   Running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flask-api-xxx-ccccc   Running ← nouveau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9456" y="4590288"/>
            <a:ext cx="8705088" cy="420624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" y="4590288"/>
            <a:ext cx="8522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clé : Kubernetes réconcilie en permanence l'état réel avec l'état désiré — aucune intervention manuelle requise.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— GitHub Actions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19456" y="960120"/>
            <a:ext cx="2084832" cy="1444752"/>
          </a:xfrm>
          <a:prstGeom prst="rect">
            <a:avLst/>
          </a:prstGeom>
          <a:solidFill>
            <a:srgbClr val="5A6A85"/>
          </a:solidFill>
          <a:ln w="12700">
            <a:solidFill>
              <a:srgbClr val="5A6A85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9456" y="1024128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9456" y="1554480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pousse du code sur la branche main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4288" y="1682496"/>
            <a:ext cx="146304" cy="0"/>
          </a:xfrm>
          <a:prstGeom prst="line">
            <a:avLst/>
          </a:prstGeom>
          <a:noFill/>
          <a:ln w="31750">
            <a:solidFill>
              <a:srgbClr val="1A2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50592" y="960120"/>
            <a:ext cx="2084832" cy="1444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024128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50592" y="1554480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3 tests doivent passer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35424" y="1682496"/>
            <a:ext cx="146304" cy="0"/>
          </a:xfrm>
          <a:prstGeom prst="line">
            <a:avLst/>
          </a:prstGeom>
          <a:noFill/>
          <a:ln w="31750">
            <a:solidFill>
              <a:srgbClr val="1A2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960120"/>
            <a:ext cx="2084832" cy="1444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1728" y="1024128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Push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81728" y="1554480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Docker → Docker Hub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66560" y="1682496"/>
            <a:ext cx="146304" cy="0"/>
          </a:xfrm>
          <a:prstGeom prst="line">
            <a:avLst/>
          </a:prstGeom>
          <a:noFill/>
          <a:ln w="31750">
            <a:solidFill>
              <a:srgbClr val="1A2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12864" y="960120"/>
            <a:ext cx="2084832" cy="14447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12864" y="1024128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12864" y="1554480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→ cluster K3s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" y="2542032"/>
            <a:ext cx="8705088" cy="402336"/>
          </a:xfrm>
          <a:prstGeom prst="rect">
            <a:avLst/>
          </a:prstGeom>
          <a:solidFill>
            <a:srgbClr val="BDD7F5">
              <a:alpha val="70000"/>
            </a:srgbClr>
          </a:solidFill>
          <a:ln w="12700">
            <a:solidFill>
              <a:srgbClr val="C5D5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2542032"/>
            <a:ext cx="8522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: tout push sur main  |  Durée totale : ~80 secondes  |  Chaque job ne démarre que si le précédent réussit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9456" y="3054096"/>
            <a:ext cx="5074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22976" y="3054096"/>
            <a:ext cx="340156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0" y="31272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GitHub utilisés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0" y="3511296"/>
            <a:ext cx="31089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DOCKERHUB_USERNAME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DOCKERHUB_TOKEN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EC2_MASTER_IP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EC2_SSH_KEY</a:t>
            </a:r>
            <a:endParaRPr lang="en-US" sz="11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74EF39CE-DE49-2619-9E22-73A6D5056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3081528"/>
            <a:ext cx="4763284" cy="17525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 Direct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0" y="932688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880360"/>
            <a:ext cx="279806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880360"/>
            <a:ext cx="2798064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971800"/>
            <a:ext cx="2798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4320" y="346557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EC2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36976" y="2880360"/>
            <a:ext cx="279806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6976" y="2880360"/>
            <a:ext cx="2798064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6976" y="2971800"/>
            <a:ext cx="2798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36976" y="346557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 K3s Ready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632" y="2880360"/>
            <a:ext cx="279806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2880360"/>
            <a:ext cx="2798064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2971800"/>
            <a:ext cx="2798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99632" y="346557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en cours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279806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977640"/>
            <a:ext cx="2798064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069080"/>
            <a:ext cx="2798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74320" y="456285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réussis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36976" y="3977640"/>
            <a:ext cx="279806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36976" y="3977640"/>
            <a:ext cx="2798064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36976" y="4069080"/>
            <a:ext cx="2798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236976" y="456285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CI/CD verts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9632" y="3977640"/>
            <a:ext cx="279806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E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99632" y="3977640"/>
            <a:ext cx="2798064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4069080"/>
            <a:ext cx="2798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80s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199632" y="456285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du pipeline</a:t>
            </a:r>
            <a:endParaRPr lang="en-US" sz="1100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C1E07632-462D-8669-E011-7824A16B3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23" y="1474216"/>
            <a:ext cx="3817754" cy="736600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AFB527AD-38E0-EB61-A5BA-E8D3E1F98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274" y="1092708"/>
            <a:ext cx="3830901" cy="14980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réalisé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481328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D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DevOps complet — code en production en 80 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D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avec Terraform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D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automatisée des serveurs avec Ansible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D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conteneurisée sur K3s Kubernetes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D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Auto-guérison avec 2 réplicas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D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entièrement automatisé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46320" y="1481328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D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t2.micro → t3.micro (changement tier gratuit)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D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OOM → GitHub Actions (0 RAM sur EC2)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D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TLS K3s → option --tls-san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D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multi-arch → --platform linux/amd64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D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SSH corrompue → GitHub CLI pour le secret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4041648"/>
            <a:ext cx="8631936" cy="914400"/>
          </a:xfrm>
          <a:prstGeom prst="rect">
            <a:avLst/>
          </a:prstGeom>
          <a:solidFill>
            <a:srgbClr val="22306A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futures 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453128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Prometheus + Grafana  ·  Contrôleur Ingress  ·  Charts Helm  ·  Multi-environnements (staging/prod)  ·  Gestionnaire de secrets (Vault)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3291840"/>
            <a:ext cx="2651760" cy="2651760"/>
          </a:xfrm>
          <a:prstGeom prst="ellipse">
            <a:avLst/>
          </a:prstGeom>
          <a:solidFill>
            <a:srgbClr val="4FC3F7">
              <a:alpha val="10000"/>
            </a:srgbClr>
          </a:solidFill>
          <a:ln w="12700">
            <a:solidFill>
              <a:srgbClr val="4FC3F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-365760"/>
            <a:ext cx="2011680" cy="2011680"/>
          </a:xfrm>
          <a:prstGeom prst="ellipse">
            <a:avLst/>
          </a:prstGeom>
          <a:solidFill>
            <a:srgbClr val="BDD7F5">
              <a:alpha val="12000"/>
            </a:srgbClr>
          </a:solidFill>
          <a:ln w="12700">
            <a:solidFill>
              <a:srgbClr val="BDD7F5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286000" y="2852928"/>
            <a:ext cx="4572000" cy="45720"/>
          </a:xfrm>
          <a:prstGeom prst="rect">
            <a:avLst/>
          </a:prstGeom>
          <a:solidFill>
            <a:srgbClr val="4FC3F7">
              <a:alpha val="45000"/>
            </a:srgbClr>
          </a:solidFill>
          <a:ln w="12700">
            <a:solidFill>
              <a:srgbClr val="4FC3F7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D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: </a:t>
            </a:r>
            <a:r>
              <a:rPr lang="en-US" sz="1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github.com/abderrahmanelainous/devops-project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D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: </a:t>
            </a:r>
            <a:r>
              <a:rPr lang="en-US" sz="1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hub.docker.com/r/abderrahmanelns/flask-devops-api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FSBM — Université Hassan II de Casablanca  |  Master DSBD &amp; IA  |  2025–2026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893</Words>
  <Application>Microsoft Office PowerPoint</Application>
  <PresentationFormat>Affichage à l'écran (16:9)</PresentationFormat>
  <Paragraphs>190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DevOps — Master DSBD &amp; IA</dc:title>
  <dc:subject>PptxGenJS Presentation</dc:subject>
  <dc:creator>PptxGenJS</dc:creator>
  <cp:lastModifiedBy>user</cp:lastModifiedBy>
  <cp:revision>3</cp:revision>
  <dcterms:created xsi:type="dcterms:W3CDTF">2026-03-23T00:26:50Z</dcterms:created>
  <dcterms:modified xsi:type="dcterms:W3CDTF">2026-03-24T00:30:38Z</dcterms:modified>
</cp:coreProperties>
</file>